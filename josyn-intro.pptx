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1" r:id="rId2"/>
    <p:sldId id="259" r:id="rId3"/>
    <p:sldId id="262" r:id="rId4"/>
    <p:sldId id="265" r:id="rId5"/>
    <p:sldId id="266" r:id="rId6"/>
    <p:sldId id="267" r:id="rId7"/>
    <p:sldId id="264" r:id="rId8"/>
    <p:sldId id="263" r:id="rId9"/>
    <p:sldId id="260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>
        <p:scale>
          <a:sx n="100" d="100"/>
          <a:sy n="100" d="100"/>
        </p:scale>
        <p:origin x="122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05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A615FBEC-2241-E2B6-FA16-C690E7280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078" y="283037"/>
            <a:ext cx="7368244" cy="614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579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1058F159-EFC9-B7AB-6080-DF9EE4803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078" y="283037"/>
            <a:ext cx="7475072" cy="6235449"/>
          </a:xfrm>
          <a:prstGeom prst="rect">
            <a:avLst/>
          </a:prstGeom>
        </p:spPr>
      </p:pic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A8F616E-2807-B6C3-829D-FDD577343009}"/>
              </a:ext>
            </a:extLst>
          </p:cNvPr>
          <p:cNvGrpSpPr/>
          <p:nvPr/>
        </p:nvGrpSpPr>
        <p:grpSpPr>
          <a:xfrm>
            <a:off x="439246" y="357128"/>
            <a:ext cx="10941216" cy="6110876"/>
            <a:chOff x="439246" y="357128"/>
            <a:chExt cx="10941216" cy="6110876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886830C-750E-9067-E272-35C63D77045B}"/>
                </a:ext>
              </a:extLst>
            </p:cNvPr>
            <p:cNvSpPr/>
            <p:nvPr/>
          </p:nvSpPr>
          <p:spPr>
            <a:xfrm>
              <a:off x="8888087" y="4552951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AD5D11A-7072-1F4B-8B05-ACE9C6868137}"/>
                </a:ext>
              </a:extLst>
            </p:cNvPr>
            <p:cNvSpPr/>
            <p:nvPr/>
          </p:nvSpPr>
          <p:spPr>
            <a:xfrm>
              <a:off x="9097637" y="255263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D19331EE-5F45-D8D9-3A3A-5A63D036C846}"/>
                </a:ext>
              </a:extLst>
            </p:cNvPr>
            <p:cNvSpPr/>
            <p:nvPr/>
          </p:nvSpPr>
          <p:spPr>
            <a:xfrm>
              <a:off x="9097637" y="1028563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BE94DA8D-07B6-7102-EEB2-7A8BBD1A9E85}"/>
                </a:ext>
              </a:extLst>
            </p:cNvPr>
            <p:cNvSpPr/>
            <p:nvPr/>
          </p:nvSpPr>
          <p:spPr>
            <a:xfrm>
              <a:off x="9097637" y="1800157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2</a:t>
              </a: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B95A0EC-0590-C00F-AAC7-0EFD23342259}"/>
                </a:ext>
              </a:extLst>
            </p:cNvPr>
            <p:cNvSpPr/>
            <p:nvPr/>
          </p:nvSpPr>
          <p:spPr>
            <a:xfrm>
              <a:off x="11056612" y="3581332"/>
              <a:ext cx="323850" cy="3238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4</a:t>
              </a: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314FF22-36E3-945A-0978-55032430CCB0}"/>
                </a:ext>
              </a:extLst>
            </p:cNvPr>
            <p:cNvSpPr/>
            <p:nvPr/>
          </p:nvSpPr>
          <p:spPr>
            <a:xfrm>
              <a:off x="6240137" y="3600382"/>
              <a:ext cx="323850" cy="32385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5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E7CBD4F-282E-AD84-D134-1BF7122E52B2}"/>
                </a:ext>
              </a:extLst>
            </p:cNvPr>
            <p:cNvSpPr/>
            <p:nvPr/>
          </p:nvSpPr>
          <p:spPr>
            <a:xfrm>
              <a:off x="8878563" y="561036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3</a:t>
              </a:r>
            </a:p>
          </p:txBody>
        </p: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529B4878-47E6-2A68-0C0E-70885CAAA946}"/>
                </a:ext>
              </a:extLst>
            </p:cNvPr>
            <p:cNvGrpSpPr/>
            <p:nvPr/>
          </p:nvGrpSpPr>
          <p:grpSpPr>
            <a:xfrm>
              <a:off x="439246" y="357128"/>
              <a:ext cx="3868230" cy="6110876"/>
              <a:chOff x="439246" y="376178"/>
              <a:chExt cx="3868230" cy="6110876"/>
            </a:xfrm>
          </p:grpSpPr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16712B7D-636F-4DD2-F8AD-E63A3B11B065}"/>
                  </a:ext>
                </a:extLst>
              </p:cNvPr>
              <p:cNvGrpSpPr/>
              <p:nvPr/>
            </p:nvGrpSpPr>
            <p:grpSpPr>
              <a:xfrm>
                <a:off x="439246" y="376178"/>
                <a:ext cx="3868230" cy="6110876"/>
                <a:chOff x="533400" y="709954"/>
                <a:chExt cx="3868230" cy="6008239"/>
              </a:xfrm>
            </p:grpSpPr>
            <p:sp>
              <p:nvSpPr>
                <p:cNvPr id="25" name="Rechteck 24">
                  <a:extLst>
                    <a:ext uri="{FF2B5EF4-FFF2-40B4-BE49-F238E27FC236}">
                      <a16:creationId xmlns:a16="http://schemas.microsoft.com/office/drawing/2014/main" id="{7B747D87-04D4-2074-F96B-9C2E5405ADC9}"/>
                    </a:ext>
                  </a:extLst>
                </p:cNvPr>
                <p:cNvSpPr/>
                <p:nvPr/>
              </p:nvSpPr>
              <p:spPr>
                <a:xfrm>
                  <a:off x="533400" y="714694"/>
                  <a:ext cx="3868230" cy="6003499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 w="95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4" name="Gruppieren 23">
                  <a:extLst>
                    <a:ext uri="{FF2B5EF4-FFF2-40B4-BE49-F238E27FC236}">
                      <a16:creationId xmlns:a16="http://schemas.microsoft.com/office/drawing/2014/main" id="{A77A9728-58C9-0037-9878-7944917C23DE}"/>
                    </a:ext>
                  </a:extLst>
                </p:cNvPr>
                <p:cNvGrpSpPr/>
                <p:nvPr/>
              </p:nvGrpSpPr>
              <p:grpSpPr>
                <a:xfrm>
                  <a:off x="690329" y="709954"/>
                  <a:ext cx="3711301" cy="5794928"/>
                  <a:chOff x="8477360" y="773912"/>
                  <a:chExt cx="3711301" cy="5794928"/>
                </a:xfrm>
              </p:grpSpPr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8C6037E1-70AE-9798-6858-303404BF448A}"/>
                      </a:ext>
                    </a:extLst>
                  </p:cNvPr>
                  <p:cNvSpPr txBox="1"/>
                  <p:nvPr/>
                </p:nvSpPr>
                <p:spPr>
                  <a:xfrm>
                    <a:off x="8825240" y="773912"/>
                    <a:ext cx="3363421" cy="579492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endParaRPr lang="de-DE" b="1"/>
                  </a:p>
                  <a:p>
                    <a:endParaRPr lang="de-DE" b="1"/>
                  </a:p>
                  <a:p>
                    <a:r>
                      <a:rPr lang="de-DE" sz="2000" b="1"/>
                      <a:t>josyn-foundation</a:t>
                    </a:r>
                  </a:p>
                  <a:p>
                    <a:r>
                      <a:rPr lang="de-DE" i="1"/>
                      <a:t>- eternal!</a:t>
                    </a:r>
                  </a:p>
                  <a:p>
                    <a:r>
                      <a:rPr lang="de-DE" i="1"/>
                      <a:t>- 3 nugets</a:t>
                    </a:r>
                  </a:p>
                  <a:p>
                    <a:endParaRPr lang="de-DE"/>
                  </a:p>
                  <a:p>
                    <a:r>
                      <a:rPr lang="de-DE" sz="2000" b="1"/>
                      <a:t>josyn-jap</a:t>
                    </a:r>
                  </a:p>
                  <a:p>
                    <a:r>
                      <a:rPr lang="de-DE" i="1"/>
                      <a:t>- the jap-protocol-</a:t>
                    </a:r>
                    <a:r>
                      <a:rPr lang="de-DE" b="1" i="1"/>
                      <a:t>contract</a:t>
                    </a:r>
                  </a:p>
                  <a:p>
                    <a:r>
                      <a:rPr lang="de-DE" i="1"/>
                      <a:t>- meant for evolution…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/>
                      <a:t>josyn-commons</a:t>
                    </a:r>
                  </a:p>
                  <a:p>
                    <a:r>
                      <a:rPr lang="de-DE" i="1"/>
                      <a:t>- the useful satellite…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rPr>
                      <a:t>josyn-job-host</a:t>
                    </a:r>
                  </a:p>
                  <a:p>
                    <a:r>
                      <a:rPr lang="de-DE" i="1"/>
                      <a:t>- „one“ nuget</a:t>
                    </a:r>
                  </a:p>
                  <a:p>
                    <a:r>
                      <a:rPr lang="de-DE" b="1" i="1"/>
                      <a:t>- the developers perpective!</a:t>
                    </a:r>
                  </a:p>
                  <a:p>
                    <a:r>
                      <a:rPr lang="de-DE" sz="1400" i="1"/>
                      <a:t>- implements the jap-client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rgbClr val="7030A0"/>
                        </a:solidFill>
                      </a:rPr>
                      <a:t>josyn-backend</a:t>
                    </a:r>
                  </a:p>
                  <a:p>
                    <a:r>
                      <a:rPr lang="de-DE" i="1"/>
                      <a:t>- </a:t>
                    </a:r>
                    <a:r>
                      <a:rPr lang="de-DE" b="1" i="1"/>
                      <a:t>jap-server</a:t>
                    </a:r>
                    <a:r>
                      <a:rPr lang="de-DE" i="1"/>
                      <a:t> with a special role</a:t>
                    </a:r>
                  </a:p>
                  <a:p>
                    <a:r>
                      <a:rPr lang="de-DE" sz="1100" i="1"/>
                      <a:t>- the rest of the backend-iceberg out of scope here…</a:t>
                    </a: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A92592C4-56D5-0262-68D0-18D0111A8A35}"/>
                      </a:ext>
                    </a:extLst>
                  </p:cNvPr>
                  <p:cNvSpPr/>
                  <p:nvPr/>
                </p:nvSpPr>
                <p:spPr>
                  <a:xfrm>
                    <a:off x="8477360" y="1373452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1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D6190D3D-AD2E-3B23-9023-80BB6E2098F4}"/>
                      </a:ext>
                    </a:extLst>
                  </p:cNvPr>
                  <p:cNvSpPr/>
                  <p:nvPr/>
                </p:nvSpPr>
                <p:spPr>
                  <a:xfrm>
                    <a:off x="8477360" y="2474423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2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F45B0A08-B968-B101-27CA-16CA54D81C07}"/>
                      </a:ext>
                    </a:extLst>
                  </p:cNvPr>
                  <p:cNvSpPr/>
                  <p:nvPr/>
                </p:nvSpPr>
                <p:spPr>
                  <a:xfrm>
                    <a:off x="8477360" y="3579550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3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587D9FCF-DE67-CA31-CFE5-77166A0F3E4E}"/>
                      </a:ext>
                    </a:extLst>
                  </p:cNvPr>
                  <p:cNvSpPr/>
                  <p:nvPr/>
                </p:nvSpPr>
                <p:spPr>
                  <a:xfrm>
                    <a:off x="8477360" y="4408934"/>
                    <a:ext cx="323850" cy="3238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4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BFDA55F-8388-D4B9-467C-19A7E4DB472F}"/>
                      </a:ext>
                    </a:extLst>
                  </p:cNvPr>
                  <p:cNvSpPr/>
                  <p:nvPr/>
                </p:nvSpPr>
                <p:spPr>
                  <a:xfrm>
                    <a:off x="8477360" y="5724893"/>
                    <a:ext cx="323850" cy="32385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5</a:t>
                    </a:r>
                  </a:p>
                </p:txBody>
              </p:sp>
            </p:grpSp>
          </p:grp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04754427-7E09-2C7B-5A39-7749017684A5}"/>
                  </a:ext>
                </a:extLst>
              </p:cNvPr>
              <p:cNvSpPr txBox="1"/>
              <p:nvPr/>
            </p:nvSpPr>
            <p:spPr>
              <a:xfrm>
                <a:off x="477344" y="409046"/>
                <a:ext cx="251985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800" b="1">
                    <a:solidFill>
                      <a:srgbClr val="002060"/>
                    </a:solidFill>
                  </a:rPr>
                  <a:t>josyn-repos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4129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9E0415C-A757-917C-379A-0039CA852BB4}"/>
              </a:ext>
            </a:extLst>
          </p:cNvPr>
          <p:cNvSpPr txBox="1"/>
          <p:nvPr/>
        </p:nvSpPr>
        <p:spPr>
          <a:xfrm>
            <a:off x="2230935" y="2806184"/>
            <a:ext cx="77301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/>
              <a:t>--- ab hier Rohmaterial ---</a:t>
            </a:r>
          </a:p>
        </p:txBody>
      </p:sp>
    </p:spTree>
    <p:extLst>
      <p:ext uri="{BB962C8B-B14F-4D97-AF65-F5344CB8AC3E}">
        <p14:creationId xmlns:p14="http://schemas.microsoft.com/office/powerpoint/2010/main" val="1809512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C80B424-DBC0-1283-17AB-A58174836B2D}"/>
              </a:ext>
            </a:extLst>
          </p:cNvPr>
          <p:cNvSpPr txBox="1"/>
          <p:nvPr/>
        </p:nvSpPr>
        <p:spPr>
          <a:xfrm>
            <a:off x="1362075" y="1108919"/>
            <a:ext cx="484822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/>
          </a:p>
          <a:p>
            <a:r>
              <a:rPr lang="de-DE"/>
              <a:t>storage-realm</a:t>
            </a:r>
          </a:p>
          <a:p>
            <a:r>
              <a:rPr lang="de-DE"/>
              <a:t>	Db</a:t>
            </a:r>
          </a:p>
          <a:p>
            <a:r>
              <a:rPr lang="de-DE"/>
              <a:t>	josyn-backend-session-store</a:t>
            </a:r>
          </a:p>
          <a:p>
            <a:r>
              <a:rPr lang="de-DE"/>
              <a:t>	josyn-backend-config-store</a:t>
            </a:r>
          </a:p>
          <a:p>
            <a:r>
              <a:rPr lang="de-DE"/>
              <a:t>	josyn-backend-job-registry</a:t>
            </a:r>
          </a:p>
          <a:p>
            <a:r>
              <a:rPr lang="de-DE"/>
              <a:t>	josyn-backend-error-handler</a:t>
            </a:r>
          </a:p>
          <a:p>
            <a:endParaRPr lang="de-DE"/>
          </a:p>
          <a:p>
            <a:r>
              <a:rPr lang="de-DE"/>
              <a:t>contoso</a:t>
            </a:r>
          </a:p>
          <a:p>
            <a:r>
              <a:rPr lang="de-DE"/>
              <a:t>	josyn-backend-adapter-contracts</a:t>
            </a:r>
          </a:p>
          <a:p>
            <a:endParaRPr lang="de-DE"/>
          </a:p>
          <a:p>
            <a:r>
              <a:rPr lang="de-DE"/>
              <a:t>boostrap</a:t>
            </a:r>
          </a:p>
          <a:p>
            <a:r>
              <a:rPr lang="de-DE"/>
              <a:t>	josyn-backend-bootstrap-config</a:t>
            </a:r>
          </a:p>
          <a:p>
            <a:endParaRPr lang="de-DE"/>
          </a:p>
          <a:p>
            <a:r>
              <a:rPr lang="de-DE"/>
              <a:t>Special-guest</a:t>
            </a:r>
          </a:p>
          <a:p>
            <a:r>
              <a:rPr lang="de-DE"/>
              <a:t>	josyn-backend-jap-server</a:t>
            </a:r>
          </a:p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F4843BA-15A6-9122-3634-97B03B219E72}"/>
              </a:ext>
            </a:extLst>
          </p:cNvPr>
          <p:cNvSpPr txBox="1"/>
          <p:nvPr/>
        </p:nvSpPr>
        <p:spPr>
          <a:xfrm>
            <a:off x="857250" y="533400"/>
            <a:ext cx="1195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BACKEND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0D7F217-43D6-4BBB-A171-E90D94B87D1B}"/>
              </a:ext>
            </a:extLst>
          </p:cNvPr>
          <p:cNvSpPr txBox="1"/>
          <p:nvPr/>
        </p:nvSpPr>
        <p:spPr>
          <a:xfrm>
            <a:off x="6591300" y="2570113"/>
            <a:ext cx="44481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3 Exen</a:t>
            </a:r>
          </a:p>
          <a:p>
            <a:r>
              <a:rPr lang="de-DE"/>
              <a:t>	josyn-backend-cli</a:t>
            </a:r>
          </a:p>
          <a:p>
            <a:r>
              <a:rPr lang="de-DE"/>
              <a:t>	josyn-backend-listener</a:t>
            </a:r>
          </a:p>
          <a:p>
            <a:r>
              <a:rPr lang="de-DE"/>
              <a:t>	josyn-backend-ticker</a:t>
            </a:r>
          </a:p>
          <a:p>
            <a:endParaRPr lang="de-DE"/>
          </a:p>
          <a:p>
            <a:r>
              <a:rPr lang="de-DE"/>
              <a:t>Für die 3 Exen</a:t>
            </a:r>
          </a:p>
          <a:p>
            <a:r>
              <a:rPr lang="de-DE"/>
              <a:t>	josyn-backend-session-starter</a:t>
            </a:r>
          </a:p>
        </p:txBody>
      </p:sp>
    </p:spTree>
    <p:extLst>
      <p:ext uri="{BB962C8B-B14F-4D97-AF65-F5344CB8AC3E}">
        <p14:creationId xmlns:p14="http://schemas.microsoft.com/office/powerpoint/2010/main" val="3691293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1378A166-C683-26B2-2B8B-EB6C9821C42E}"/>
              </a:ext>
            </a:extLst>
          </p:cNvPr>
          <p:cNvSpPr txBox="1"/>
          <p:nvPr/>
        </p:nvSpPr>
        <p:spPr>
          <a:xfrm>
            <a:off x="657225" y="723900"/>
            <a:ext cx="43557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/>
              <a:t>Jap-Server Dependencies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ABCE4CD-01B1-8E57-EF8F-03E4359F6E56}"/>
              </a:ext>
            </a:extLst>
          </p:cNvPr>
          <p:cNvSpPr txBox="1"/>
          <p:nvPr/>
        </p:nvSpPr>
        <p:spPr>
          <a:xfrm>
            <a:off x="3357562" y="1170176"/>
            <a:ext cx="674846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sz="1200"/>
          </a:p>
          <a:p>
            <a:r>
              <a:rPr lang="de-DE" sz="1200"/>
              <a:t>&lt;PackageReference Include="JOSYN.Foundation.JIP"             Version="1.0.0-preview01"/&gt;</a:t>
            </a:r>
          </a:p>
          <a:p>
            <a:r>
              <a:rPr lang="de-DE" sz="1200"/>
              <a:t>&lt;PackageReference Include="JOSYN.Foundation.PropertyBag"     Version="1.0.0-preview01"/&gt;</a:t>
            </a:r>
          </a:p>
          <a:p>
            <a:r>
              <a:rPr lang="de-DE" sz="1200"/>
              <a:t>&lt;PackageReference Include="JOSYN.Foundation.ResultPattern"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Include="JOSYN.Jap.Contract"  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Include="JOSYN.Commons.Log"             Version="1.0.0-preview01"/&gt;</a:t>
            </a:r>
          </a:p>
          <a:p>
            <a:endParaRPr lang="de-DE" sz="1200"/>
          </a:p>
          <a:p>
            <a:r>
              <a:rPr lang="de-DE" sz="1200"/>
              <a:t>----------------------------------------</a:t>
            </a:r>
          </a:p>
          <a:p>
            <a:endParaRPr lang="de-DE" sz="1200"/>
          </a:p>
          <a:p>
            <a:r>
              <a:rPr lang="de-DE" sz="1200"/>
              <a:t>&lt;PackageReference Include="JOSYN.Backend.BootstrapConfig"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Include="JOSYN.Backend.AdapterContracts"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Include="JOSYN.Backend.ConfigStore"        Version="1.0.0-preview01"/&gt;</a:t>
            </a:r>
          </a:p>
          <a:p>
            <a:r>
              <a:rPr lang="de-DE" sz="1200"/>
              <a:t>&lt;PackageReference Include="JOSYN.Backend.ErrorHandler"       Version="1.0.0-preview01"/&gt;</a:t>
            </a:r>
          </a:p>
          <a:p>
            <a:r>
              <a:rPr lang="de-DE" sz="1200"/>
              <a:t>&lt;PackageReference Include="JOSYN.Backend.SessionStore"       Version="1.0.0-preview01"/&gt;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DAB8E91-0B3C-2429-8C9C-5356A1CD3995}"/>
              </a:ext>
            </a:extLst>
          </p:cNvPr>
          <p:cNvSpPr txBox="1"/>
          <p:nvPr/>
        </p:nvSpPr>
        <p:spPr>
          <a:xfrm>
            <a:off x="819150" y="504149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>
                <a:solidFill>
                  <a:srgbClr val="FF0000"/>
                </a:solidFill>
              </a:rPr>
              <a:t>JOSYN.Jap.Shared.Contract</a:t>
            </a:r>
          </a:p>
          <a:p>
            <a:r>
              <a:rPr lang="de-DE">
                <a:solidFill>
                  <a:srgbClr val="FF0000"/>
                </a:solidFill>
              </a:rPr>
              <a:t>Shared im Namen ist überflüssig?</a:t>
            </a:r>
          </a:p>
        </p:txBody>
      </p:sp>
    </p:spTree>
    <p:extLst>
      <p:ext uri="{BB962C8B-B14F-4D97-AF65-F5344CB8AC3E}">
        <p14:creationId xmlns:p14="http://schemas.microsoft.com/office/powerpoint/2010/main" val="2906729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F5483BE-BCC0-D8A1-F472-C90B8F7469A1}"/>
              </a:ext>
            </a:extLst>
          </p:cNvPr>
          <p:cNvSpPr txBox="1"/>
          <p:nvPr/>
        </p:nvSpPr>
        <p:spPr>
          <a:xfrm>
            <a:off x="511332" y="346026"/>
            <a:ext cx="353263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round-trip</a:t>
            </a:r>
          </a:p>
          <a:p>
            <a:endParaRPr lang="de-DE"/>
          </a:p>
          <a:p>
            <a:r>
              <a:rPr lang="de-DE"/>
              <a:t>	live zeigen</a:t>
            </a:r>
          </a:p>
          <a:p>
            <a:endParaRPr lang="de-DE"/>
          </a:p>
          <a:p>
            <a:r>
              <a:rPr lang="de-DE"/>
              <a:t>	a-spawns-b  diagram(s)  </a:t>
            </a:r>
          </a:p>
          <a:p>
            <a:r>
              <a:rPr lang="de-DE"/>
              <a:t> </a:t>
            </a:r>
          </a:p>
          <a:p>
            <a:endParaRPr lang="de-DE"/>
          </a:p>
          <a:p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ADD3679-4C9F-5B5C-F563-34CFEFC1BB9A}"/>
              </a:ext>
            </a:extLst>
          </p:cNvPr>
          <p:cNvSpPr txBox="1"/>
          <p:nvPr/>
        </p:nvSpPr>
        <p:spPr>
          <a:xfrm>
            <a:off x="7560174" y="367010"/>
            <a:ext cx="4017831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/>
          </a:p>
          <a:p>
            <a:r>
              <a:rPr lang="de-DE"/>
              <a:t>-------------</a:t>
            </a:r>
          </a:p>
          <a:p>
            <a:endParaRPr lang="de-DE"/>
          </a:p>
          <a:p>
            <a:r>
              <a:rPr lang="de-DE" b="1"/>
              <a:t>error-routing</a:t>
            </a:r>
          </a:p>
          <a:p>
            <a:endParaRPr lang="de-DE"/>
          </a:p>
          <a:p>
            <a:r>
              <a:rPr lang="de-DE"/>
              <a:t>---------</a:t>
            </a:r>
          </a:p>
          <a:p>
            <a:endParaRPr lang="de-DE"/>
          </a:p>
          <a:p>
            <a:r>
              <a:rPr lang="de-DE" b="1"/>
              <a:t>company-fit</a:t>
            </a:r>
          </a:p>
          <a:p>
            <a:r>
              <a:rPr lang="de-DE"/>
              <a:t>	contoso</a:t>
            </a:r>
          </a:p>
          <a:p>
            <a:r>
              <a:rPr lang="de-DE"/>
              <a:t>	Governance</a:t>
            </a:r>
          </a:p>
          <a:p>
            <a:r>
              <a:rPr lang="de-DE"/>
              <a:t>	hävg-dev-process</a:t>
            </a:r>
          </a:p>
          <a:p>
            <a:r>
              <a:rPr lang="de-DE"/>
              <a:t>	Pipeline-ready</a:t>
            </a:r>
          </a:p>
          <a:p>
            <a:r>
              <a:rPr lang="de-DE"/>
              <a:t>	evolution: docker/lniux</a:t>
            </a:r>
          </a:p>
          <a:p>
            <a:r>
              <a:rPr lang="de-DE"/>
              <a:t>	migration!</a:t>
            </a:r>
          </a:p>
          <a:p>
            <a:r>
              <a:rPr lang="de-DE"/>
              <a:t>	tpm-story</a:t>
            </a:r>
          </a:p>
          <a:p>
            <a:r>
              <a:rPr lang="de-DE"/>
              <a:t>	project?</a:t>
            </a:r>
          </a:p>
          <a:p>
            <a:r>
              <a:rPr lang="de-DE"/>
              <a:t>	entscheidungen</a:t>
            </a:r>
          </a:p>
          <a:p>
            <a:r>
              <a:rPr lang="de-DE"/>
              <a:t>	people</a:t>
            </a:r>
          </a:p>
          <a:p>
            <a:endParaRPr lang="de-DE"/>
          </a:p>
          <a:p>
            <a:r>
              <a:rPr lang="de-DE"/>
              <a:t>josyn als domain-agnostisches system</a:t>
            </a:r>
          </a:p>
          <a:p>
            <a:r>
              <a:rPr lang="de-DE"/>
              <a:t>Josyn als teil der domäne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D516507-CF40-55A8-65B1-B3768EBC5AC5}"/>
              </a:ext>
            </a:extLst>
          </p:cNvPr>
          <p:cNvSpPr txBox="1"/>
          <p:nvPr/>
        </p:nvSpPr>
        <p:spPr>
          <a:xfrm>
            <a:off x="752475" y="4400550"/>
            <a:ext cx="58485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einleitung</a:t>
            </a:r>
          </a:p>
          <a:p>
            <a:r>
              <a:rPr lang="de-DE"/>
              <a:t>	kurz die core-flaws des alten systems erwähnen</a:t>
            </a:r>
          </a:p>
          <a:p>
            <a:r>
              <a:rPr lang="de-DE"/>
              <a:t>	Ai zitieren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D9146EC-A86F-4C5E-21C9-6FED7F4C3F1C}"/>
              </a:ext>
            </a:extLst>
          </p:cNvPr>
          <p:cNvSpPr txBox="1"/>
          <p:nvPr/>
        </p:nvSpPr>
        <p:spPr>
          <a:xfrm>
            <a:off x="3831983" y="2754481"/>
            <a:ext cx="370768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die anderen repos</a:t>
            </a:r>
          </a:p>
          <a:p>
            <a:r>
              <a:rPr lang="de-DE"/>
              <a:t>	Platform / ai /sanity-check</a:t>
            </a:r>
          </a:p>
          <a:p>
            <a:r>
              <a:rPr lang="de-DE"/>
              <a:t>	Tooling</a:t>
            </a:r>
          </a:p>
          <a:p>
            <a:r>
              <a:rPr lang="de-DE"/>
              <a:t>	Playground</a:t>
            </a:r>
          </a:p>
          <a:p>
            <a:r>
              <a:rPr lang="de-DE"/>
              <a:t>	docs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C52FF86-D522-2513-C318-9F6B99D33531}"/>
              </a:ext>
            </a:extLst>
          </p:cNvPr>
          <p:cNvSpPr txBox="1"/>
          <p:nvPr/>
        </p:nvSpPr>
        <p:spPr>
          <a:xfrm>
            <a:off x="3966505" y="5664101"/>
            <a:ext cx="27393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urls zur vefügung stellen</a:t>
            </a:r>
          </a:p>
          <a:p>
            <a:r>
              <a:rPr lang="de-DE"/>
              <a:t>	ckluth/github</a:t>
            </a:r>
          </a:p>
          <a:p>
            <a:r>
              <a:rPr lang="de-DE"/>
              <a:t>	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9C18F3B-60AA-F446-2720-EE185F5A41E4}"/>
              </a:ext>
            </a:extLst>
          </p:cNvPr>
          <p:cNvSpPr txBox="1"/>
          <p:nvPr/>
        </p:nvSpPr>
        <p:spPr>
          <a:xfrm>
            <a:off x="4268169" y="367010"/>
            <a:ext cx="3552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storgae-realm</a:t>
            </a:r>
            <a:r>
              <a:rPr lang="de-DE"/>
              <a:t> / db</a:t>
            </a:r>
          </a:p>
          <a:p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94EA407-9AED-2092-C6FC-7B7B9FA446E2}"/>
              </a:ext>
            </a:extLst>
          </p:cNvPr>
          <p:cNvSpPr txBox="1"/>
          <p:nvPr/>
        </p:nvSpPr>
        <p:spPr>
          <a:xfrm>
            <a:off x="1316872" y="2495550"/>
            <a:ext cx="170957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principles</a:t>
            </a:r>
          </a:p>
          <a:p>
            <a:pPr lvl="1"/>
            <a:r>
              <a:rPr lang="de-DE"/>
              <a:t>NRT</a:t>
            </a:r>
          </a:p>
          <a:p>
            <a:pPr lvl="1"/>
            <a:r>
              <a:rPr lang="de-DE"/>
              <a:t>RP-Usage</a:t>
            </a:r>
          </a:p>
          <a:p>
            <a:pPr lvl="1"/>
            <a:r>
              <a:rPr lang="de-DE"/>
              <a:t>Functional</a:t>
            </a:r>
          </a:p>
          <a:p>
            <a:pPr lvl="1"/>
            <a:r>
              <a:rPr lang="de-DE"/>
              <a:t>Contracts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D489293-44C7-2752-5AF2-8256A73E879E}"/>
              </a:ext>
            </a:extLst>
          </p:cNvPr>
          <p:cNvSpPr txBox="1"/>
          <p:nvPr/>
        </p:nvSpPr>
        <p:spPr>
          <a:xfrm>
            <a:off x="4268343" y="1782946"/>
            <a:ext cx="2704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deployment / bootsrip</a:t>
            </a:r>
          </a:p>
        </p:txBody>
      </p:sp>
    </p:spTree>
    <p:extLst>
      <p:ext uri="{BB962C8B-B14F-4D97-AF65-F5344CB8AC3E}">
        <p14:creationId xmlns:p14="http://schemas.microsoft.com/office/powerpoint/2010/main" val="2196784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73CBD-2654-7327-F74E-4D7EE4DD1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EB7E298-9FAF-2DCD-50B2-2255FE09FCAF}"/>
              </a:ext>
            </a:extLst>
          </p:cNvPr>
          <p:cNvSpPr txBox="1"/>
          <p:nvPr/>
        </p:nvSpPr>
        <p:spPr>
          <a:xfrm>
            <a:off x="2078535" y="491609"/>
            <a:ext cx="480458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TODO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Backend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Company-Fit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Offene Fragen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Josyn-guide zurückbauen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Gute „AI-Zitate“ einbauen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r>
              <a:rPr lang="de-DE"/>
              <a:t>Vorher von gitgub-ckluth =&gt; github-hävg!!!!!!!!!!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839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6CB7-EB88-909D-C082-49E7E1D49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EC7BAD2-BC0D-546C-0517-BA33735CB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074" y="1857155"/>
            <a:ext cx="5915851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868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2B1D0F5-4542-30A7-BDEF-A12AF10F9A85}"/>
              </a:ext>
            </a:extLst>
          </p:cNvPr>
          <p:cNvGrpSpPr/>
          <p:nvPr/>
        </p:nvGrpSpPr>
        <p:grpSpPr>
          <a:xfrm>
            <a:off x="2617474" y="1098354"/>
            <a:ext cx="1652773" cy="3976566"/>
            <a:chOff x="2013970" y="586290"/>
            <a:chExt cx="1652773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211FAF5-BEB3-B716-4B06-4809EA3EE81D}"/>
                </a:ext>
              </a:extLst>
            </p:cNvPr>
            <p:cNvSpPr/>
            <p:nvPr/>
          </p:nvSpPr>
          <p:spPr>
            <a:xfrm>
              <a:off x="2031236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2312F5F8-3043-A1F9-9484-9A73BF2B3C8B}"/>
                </a:ext>
              </a:extLst>
            </p:cNvPr>
            <p:cNvSpPr txBox="1"/>
            <p:nvPr/>
          </p:nvSpPr>
          <p:spPr>
            <a:xfrm>
              <a:off x="201397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F1EF0E68-5866-422B-0FD5-AC50BE220958}"/>
              </a:ext>
            </a:extLst>
          </p:cNvPr>
          <p:cNvGrpSpPr/>
          <p:nvPr/>
        </p:nvGrpSpPr>
        <p:grpSpPr>
          <a:xfrm>
            <a:off x="6913972" y="1098352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8FD02BC8-269D-F720-EB7C-F7363D94B145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46A087BE-6D83-5445-37A2-4A6F8F7313F0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C7E5871F-B7F7-9CA5-B950-E97965A52ABF}"/>
              </a:ext>
            </a:extLst>
          </p:cNvPr>
          <p:cNvGrpSpPr/>
          <p:nvPr/>
        </p:nvGrpSpPr>
        <p:grpSpPr>
          <a:xfrm>
            <a:off x="4323916" y="1105230"/>
            <a:ext cx="3185440" cy="2901871"/>
            <a:chOff x="4366189" y="2950077"/>
            <a:chExt cx="3185440" cy="290187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2C728BB-803C-7519-DA69-86B061BB7637}"/>
                </a:ext>
              </a:extLst>
            </p:cNvPr>
            <p:cNvGrpSpPr/>
            <p:nvPr/>
          </p:nvGrpSpPr>
          <p:grpSpPr>
            <a:xfrm>
              <a:off x="4366189" y="5236651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CDBCBB62-75E7-F0A7-1D4D-908B651F58DF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FBDC28A-FE8F-FB7E-BBF9-7DC6A7F43387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5C295ABA-726E-BEB9-93B2-A964EC2FB25B}"/>
                </a:ext>
              </a:extLst>
            </p:cNvPr>
            <p:cNvGrpSpPr/>
            <p:nvPr/>
          </p:nvGrpSpPr>
          <p:grpSpPr>
            <a:xfrm>
              <a:off x="4509873" y="2950077"/>
              <a:ext cx="2259244" cy="1933271"/>
              <a:chOff x="4452536" y="3661405"/>
              <a:chExt cx="2259244" cy="193327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3C9C3DD-E000-BB6B-66F0-25359ED0A276}"/>
                  </a:ext>
                </a:extLst>
              </p:cNvPr>
              <p:cNvSpPr/>
              <p:nvPr/>
            </p:nvSpPr>
            <p:spPr>
              <a:xfrm>
                <a:off x="4452536" y="49502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B027EAE7-778E-F0D1-CE6D-E1B5921BE5F2}"/>
                  </a:ext>
                </a:extLst>
              </p:cNvPr>
              <p:cNvSpPr/>
              <p:nvPr/>
            </p:nvSpPr>
            <p:spPr>
              <a:xfrm>
                <a:off x="4454099" y="43060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28EDDA27-D452-2E2A-7613-4820424CE402}"/>
                  </a:ext>
                </a:extLst>
              </p:cNvPr>
              <p:cNvSpPr/>
              <p:nvPr/>
            </p:nvSpPr>
            <p:spPr>
              <a:xfrm>
                <a:off x="4454098" y="3661405"/>
                <a:ext cx="2257682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680CA55-2F20-DE97-A8A3-4EDC1C28019B}"/>
                  </a:ext>
                </a:extLst>
              </p:cNvPr>
              <p:cNvSpPr txBox="1"/>
              <p:nvPr/>
            </p:nvSpPr>
            <p:spPr>
              <a:xfrm>
                <a:off x="4602889" y="3716107"/>
                <a:ext cx="2055050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(Serialisierungs-Konvention)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F265159E-B6A2-DD6C-1BEA-8939B11D054E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BF5874DA-9FDF-B60F-AFFA-6A03CC9DC350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F7D70AA-7401-2EF1-A496-6DABFA43A84C}"/>
              </a:ext>
            </a:extLst>
          </p:cNvPr>
          <p:cNvSpPr/>
          <p:nvPr/>
        </p:nvSpPr>
        <p:spPr>
          <a:xfrm>
            <a:off x="2423160" y="594238"/>
            <a:ext cx="6254496" cy="5175227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29C9F6E1-E731-3BD8-837C-2F293DBB0185}"/>
              </a:ext>
            </a:extLst>
          </p:cNvPr>
          <p:cNvSpPr txBox="1"/>
          <p:nvPr/>
        </p:nvSpPr>
        <p:spPr>
          <a:xfrm>
            <a:off x="2488692" y="575951"/>
            <a:ext cx="224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921330F-E52A-A145-8FD5-BED746646F2F}"/>
              </a:ext>
            </a:extLst>
          </p:cNvPr>
          <p:cNvSpPr txBox="1"/>
          <p:nvPr/>
        </p:nvSpPr>
        <p:spPr>
          <a:xfrm>
            <a:off x="2765601" y="2077144"/>
            <a:ext cx="13723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rgbClr val="7030A0"/>
                </a:solidFill>
              </a:rPr>
              <a:t>Die Backend-</a:t>
            </a:r>
          </a:p>
          <a:p>
            <a:pPr algn="ctr"/>
            <a:r>
              <a:rPr lang="de-DE" sz="1600" i="1">
                <a:solidFill>
                  <a:srgbClr val="7030A0"/>
                </a:solidFill>
              </a:rPr>
              <a:t>Domäne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FC3E53E-063D-7A79-E069-F6886FD665FE}"/>
              </a:ext>
            </a:extLst>
          </p:cNvPr>
          <p:cNvSpPr txBox="1"/>
          <p:nvPr/>
        </p:nvSpPr>
        <p:spPr>
          <a:xfrm>
            <a:off x="7063519" y="2061836"/>
            <a:ext cx="1304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Die Job-Dev-</a:t>
            </a:r>
          </a:p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Domäne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C7684F1C-DD38-E1F9-9E7D-63BF50AF41B5}"/>
              </a:ext>
            </a:extLst>
          </p:cNvPr>
          <p:cNvGrpSpPr/>
          <p:nvPr/>
        </p:nvGrpSpPr>
        <p:grpSpPr>
          <a:xfrm>
            <a:off x="4778425" y="4266463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0C05F1C2-3811-9AA4-9035-C2B8F40017B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AE8E6F37-E9A2-1C70-C7F9-6247B2500A1F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A9EA5D3-621B-9C50-B056-2086FB81DB97}"/>
              </a:ext>
            </a:extLst>
          </p:cNvPr>
          <p:cNvSpPr txBox="1"/>
          <p:nvPr/>
        </p:nvSpPr>
        <p:spPr>
          <a:xfrm>
            <a:off x="8043342" y="4767218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E1D95646-D94D-E609-3596-E0ECF595C118}"/>
              </a:ext>
            </a:extLst>
          </p:cNvPr>
          <p:cNvSpPr/>
          <p:nvPr/>
        </p:nvSpPr>
        <p:spPr>
          <a:xfrm>
            <a:off x="4682645" y="5207483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6726E73-68A3-72B5-4F89-B169BB4AB21B}"/>
              </a:ext>
            </a:extLst>
          </p:cNvPr>
          <p:cNvSpPr txBox="1"/>
          <p:nvPr/>
        </p:nvSpPr>
        <p:spPr>
          <a:xfrm>
            <a:off x="5108993" y="5236916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5DB5EC1F-84A8-CF58-DB02-C7DD833858FF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3910628" y="4616785"/>
            <a:ext cx="313883" cy="1230151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85E569F4-D3E0-3205-7B4F-19CC77215735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6949266" y="4619118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F899CDE9-1718-F877-F800-B71A5F1720E0}"/>
              </a:ext>
            </a:extLst>
          </p:cNvPr>
          <p:cNvGrpSpPr/>
          <p:nvPr/>
        </p:nvGrpSpPr>
        <p:grpSpPr>
          <a:xfrm>
            <a:off x="2790000" y="3259426"/>
            <a:ext cx="1478776" cy="791538"/>
            <a:chOff x="541429" y="351742"/>
            <a:chExt cx="1478776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61608AD-D0F2-B843-7F1B-9C6A7E9377E5}"/>
                </a:ext>
              </a:extLst>
            </p:cNvPr>
            <p:cNvSpPr/>
            <p:nvPr/>
          </p:nvSpPr>
          <p:spPr>
            <a:xfrm>
              <a:off x="548021" y="378232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72B45D8-9BF8-3191-5D89-A1479EE47801}"/>
                </a:ext>
              </a:extLst>
            </p:cNvPr>
            <p:cNvSpPr txBox="1"/>
            <p:nvPr/>
          </p:nvSpPr>
          <p:spPr>
            <a:xfrm>
              <a:off x="541429" y="351742"/>
              <a:ext cx="124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jap-server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343AE1E2-52D3-3C0C-D38A-B7A47100DA4B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484B72EE-1AF4-ED3B-2269-6EBF3EF20E5F}"/>
              </a:ext>
            </a:extLst>
          </p:cNvPr>
          <p:cNvGrpSpPr/>
          <p:nvPr/>
        </p:nvGrpSpPr>
        <p:grpSpPr>
          <a:xfrm>
            <a:off x="6900963" y="3259426"/>
            <a:ext cx="1485126" cy="791538"/>
            <a:chOff x="482782" y="1498463"/>
            <a:chExt cx="1485126" cy="791538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461D6F97-1702-13E9-9DCA-470F6798F5AA}"/>
                </a:ext>
              </a:extLst>
            </p:cNvPr>
            <p:cNvSpPr/>
            <p:nvPr/>
          </p:nvSpPr>
          <p:spPr>
            <a:xfrm>
              <a:off x="495724" y="1524953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AE0A586-5043-D2ED-A98A-5EC4872809E4}"/>
                </a:ext>
              </a:extLst>
            </p:cNvPr>
            <p:cNvSpPr txBox="1"/>
            <p:nvPr/>
          </p:nvSpPr>
          <p:spPr>
            <a:xfrm>
              <a:off x="482782" y="1498463"/>
              <a:ext cx="1057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A00C6A97-9C40-7549-F047-6F30FD58AA3E}"/>
                </a:ext>
              </a:extLst>
            </p:cNvPr>
            <p:cNvSpPr txBox="1"/>
            <p:nvPr/>
          </p:nvSpPr>
          <p:spPr>
            <a:xfrm>
              <a:off x="1332488" y="2003766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7872D480-DB70-13E6-C9BA-54B48E954916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5583404" y="4761579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4E8549EA-CA33-0A8F-869C-5FA2A73FBE7D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5577444" y="3853277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2CC6EBBF-D766-A9F8-D774-D75A5E49A95E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4270247" y="4514021"/>
            <a:ext cx="50817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06CDEC7A-9F71-5E9C-5533-F385D711B98A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6388383" y="4514021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274287BF-DA51-94F7-35B1-AB7663E277AB}"/>
              </a:ext>
            </a:extLst>
          </p:cNvPr>
          <p:cNvSpPr/>
          <p:nvPr/>
        </p:nvSpPr>
        <p:spPr>
          <a:xfrm>
            <a:off x="5466978" y="3109203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AB51E722-8560-F1DA-6936-1003079B13EC}"/>
              </a:ext>
            </a:extLst>
          </p:cNvPr>
          <p:cNvSpPr/>
          <p:nvPr/>
        </p:nvSpPr>
        <p:spPr>
          <a:xfrm>
            <a:off x="4522788" y="1150405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6354980-44E7-1FC9-0A42-235E5DBF69BF}"/>
              </a:ext>
            </a:extLst>
          </p:cNvPr>
          <p:cNvSpPr/>
          <p:nvPr/>
        </p:nvSpPr>
        <p:spPr>
          <a:xfrm rot="16200000">
            <a:off x="3917831" y="1971594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35F14C2-2CB3-AF3E-413F-BAD3A7110F03}"/>
              </a:ext>
            </a:extLst>
          </p:cNvPr>
          <p:cNvSpPr txBox="1"/>
          <p:nvPr/>
        </p:nvSpPr>
        <p:spPr>
          <a:xfrm rot="16200000">
            <a:off x="3908631" y="1974749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412</Words>
  <Application>Microsoft Office PowerPoint</Application>
  <PresentationFormat>Breitbild</PresentationFormat>
  <Paragraphs>158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4</cp:revision>
  <dcterms:created xsi:type="dcterms:W3CDTF">2026-06-10T06:03:57Z</dcterms:created>
  <dcterms:modified xsi:type="dcterms:W3CDTF">2026-06-10T18:12:36Z</dcterms:modified>
</cp:coreProperties>
</file>