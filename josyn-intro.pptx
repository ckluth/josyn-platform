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73" r:id="rId2"/>
    <p:sldId id="271" r:id="rId3"/>
    <p:sldId id="272" r:id="rId4"/>
    <p:sldId id="260" r:id="rId5"/>
    <p:sldId id="274" r:id="rId6"/>
    <p:sldId id="275" r:id="rId7"/>
    <p:sldId id="262" r:id="rId8"/>
    <p:sldId id="270" r:id="rId9"/>
    <p:sldId id="269" r:id="rId10"/>
    <p:sldId id="259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146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/>
              <a:t>Nach </a:t>
            </a:r>
            <a:r>
              <a:rPr lang="de-DE" sz="4400" b="1" i="1"/>
              <a:t>10</a:t>
            </a:r>
            <a:r>
              <a:rPr lang="de-DE" sz="4400" i="1"/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4400" b="1"/>
          </a:p>
          <a:p>
            <a:pPr algn="ctr"/>
            <a:r>
              <a:rPr lang="de-DE" sz="4400"/>
              <a:t>Noch fit für die Zukunft?</a:t>
            </a:r>
          </a:p>
          <a:p>
            <a:pPr algn="ctr"/>
            <a:r>
              <a:rPr lang="de-DE" sz="4400"/>
              <a:t>Zeit für die Rente?</a:t>
            </a:r>
          </a:p>
          <a:p>
            <a:pPr algn="ctr"/>
            <a:r>
              <a:rPr lang="de-DE" sz="4400" b="1" i="1"/>
              <a:t>Was kommt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/>
              <a:t>WCF-Server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Schulungsaufwand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Zukunft? 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941191" y="260230"/>
            <a:ext cx="10309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Diagnosen-Liste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>
                <a:solidFill>
                  <a:srgbClr val="FF0000"/>
                </a:solidFill>
              </a:rPr>
              <a:t>„company-fit“</a:t>
            </a:r>
            <a:r>
              <a:rPr lang="de-DE"/>
              <a:t>: das System ist z.B. nicht fit, eine zukünftige, härtere </a:t>
            </a:r>
            <a:r>
              <a:rPr lang="de-DE" b="1"/>
              <a:t>change-policy</a:t>
            </a:r>
            <a:r>
              <a:rPr lang="de-DE"/>
              <a:t> mitzugehen. Eine vollständige, saubere </a:t>
            </a:r>
            <a:r>
              <a:rPr lang="de-DE" b="1"/>
              <a:t>CI/CD-Integration</a:t>
            </a:r>
            <a:r>
              <a:rPr lang="de-DE"/>
              <a:t> und ein - im besten Fall automatisches – sauberes </a:t>
            </a:r>
            <a:r>
              <a:rPr lang="de-DE" b="1"/>
              <a:t>change-audit</a:t>
            </a:r>
            <a:r>
              <a:rPr lang="de-DE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 die mit dem JobHost per CLI-Calls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24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Aufwand! </a:t>
            </a:r>
          </a:p>
          <a:p>
            <a:pPr algn="ctr"/>
            <a:r>
              <a:rPr lang="de-DE" sz="24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 (falls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oder TPM-Initiative?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Wie, Wer, Was…. </a:t>
            </a:r>
          </a:p>
          <a:p>
            <a:r>
              <a:rPr lang="de-DE" sz="2000" b="1"/>
              <a:t>=&gt; Hausaufgaben für den Owner dieses Termins, oder andere Leute…</a:t>
            </a:r>
            <a:r>
              <a:rPr lang="de-DE" sz="3200" b="1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219255" y="395109"/>
            <a:ext cx="5401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</a:t>
            </a:r>
            <a:r>
              <a:rPr lang="de-DE" sz="1800" b="1" i="1"/>
              <a:t>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983234" y="1244658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7279732" y="12446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689676" y="1251534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788920" y="740542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854452" y="722255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131361" y="2223448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429279" y="2208140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5144185" y="44127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409102" y="49135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5048405" y="53537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474753" y="53832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4276388" y="4763089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7315026" y="47654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3155760" y="3405730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7266723" y="3405730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949164" y="49078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943204" y="39995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636007" y="4660325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754143" y="46603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832738" y="32555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888548" y="12967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4283591" y="2117898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4274391" y="212105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862</Words>
  <Application>Microsoft Office PowerPoint</Application>
  <PresentationFormat>Breitbild</PresentationFormat>
  <Paragraphs>150</Paragraphs>
  <Slides>10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11</cp:revision>
  <dcterms:created xsi:type="dcterms:W3CDTF">2026-06-10T06:03:57Z</dcterms:created>
  <dcterms:modified xsi:type="dcterms:W3CDTF">2026-06-12T11:56:40Z</dcterms:modified>
</cp:coreProperties>
</file>