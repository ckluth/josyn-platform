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emf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D73ECB46-C9A9-DAF5-D3DE-40D24C072F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569" y="2886721"/>
            <a:ext cx="842786" cy="84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effizienten </a:t>
            </a:r>
            <a:r>
              <a:rPr lang="de-DE" sz="2400" b="1">
                <a:solidFill>
                  <a:srgbClr val="0070C0"/>
                </a:solidFill>
              </a:rPr>
              <a:t>Arbeitsmodus</a:t>
            </a:r>
            <a:r>
              <a:rPr lang="de-DE" sz="2400" b="1"/>
              <a:t>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</a:t>
            </a:r>
            <a:r>
              <a:rPr lang="de-DE" sz="2000"/>
              <a:t> - „</a:t>
            </a:r>
            <a:r>
              <a:rPr lang="de-DE" sz="2000">
                <a:solidFill>
                  <a:srgbClr val="7030A0"/>
                </a:solidFill>
              </a:rPr>
              <a:t>logisches</a:t>
            </a:r>
            <a:r>
              <a:rPr lang="de-DE" sz="2000"/>
              <a:t> </a:t>
            </a:r>
            <a:r>
              <a:rPr lang="de-DE" sz="2000" b="1">
                <a:solidFill>
                  <a:srgbClr val="7030A0"/>
                </a:solidFill>
              </a:rPr>
              <a:t>Modell</a:t>
            </a:r>
            <a:r>
              <a:rPr lang="de-DE" sz="2000"/>
              <a:t>“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1524"/>
            <a:ext cx="10958734" cy="5647506"/>
            <a:chOff x="750351" y="1051524"/>
            <a:chExt cx="10958734" cy="564750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1524"/>
              <a:ext cx="10958734" cy="5647506"/>
              <a:chOff x="750351" y="1051524"/>
              <a:chExt cx="10958734" cy="5647506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1524"/>
                <a:ext cx="10437021" cy="5647506"/>
                <a:chOff x="750351" y="1051524"/>
                <a:chExt cx="10437021" cy="5647506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51524"/>
                  <a:ext cx="10437021" cy="5647506"/>
                  <a:chOff x="655101" y="965799"/>
                  <a:chExt cx="10437021" cy="564750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4032221289"/>
                      </p:ext>
                    </p:extLst>
                  </p:nvPr>
                </p:nvGraphicFramePr>
                <p:xfrm>
                  <a:off x="3268342" y="96579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96579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54884" y="1204601"/>
            <a:ext cx="6265164" cy="2351399"/>
            <a:chOff x="2900934" y="2068201"/>
            <a:chExt cx="6265164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00934" y="2068201"/>
              <a:ext cx="61375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one logical job-session-process in two separate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71015"/>
            <a:ext cx="84187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/>
              <a:t>Schaffung eines leichtgewichtigen </a:t>
            </a:r>
            <a:r>
              <a:rPr lang="de-DE" sz="1600" b="1" i="1"/>
              <a:t>one-to-one-IPC-Application-Protocols</a:t>
            </a:r>
            <a:r>
              <a:rPr lang="de-DE" sz="1600" b="1"/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459455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6730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204343" y="1614489"/>
              <a:ext cx="7051045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</a:t>
              </a:r>
              <a:r>
                <a:rPr lang="de-DE" sz="1400" i="1">
                  <a:solidFill>
                    <a:srgbClr val="002060"/>
                  </a:solidFill>
                </a:rPr>
                <a:t>ssh</a:t>
              </a:r>
              <a:r>
                <a:rPr lang="de-DE" sz="1400">
                  <a:solidFill>
                    <a:srgbClr val="002060"/>
                  </a:solidFill>
                </a:rPr>
                <a:t> or a 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73288" y="1242713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459455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6226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70161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764772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(„Vision“/PoC/Proposal)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124452" y="266971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589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064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92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32231" y="48797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138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1065</Words>
  <Application>Microsoft Office PowerPoint</Application>
  <PresentationFormat>Breitbild</PresentationFormat>
  <Paragraphs>202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20</cp:revision>
  <dcterms:created xsi:type="dcterms:W3CDTF">2026-06-10T06:03:57Z</dcterms:created>
  <dcterms:modified xsi:type="dcterms:W3CDTF">2026-06-21T20:45:25Z</dcterms:modified>
</cp:coreProperties>
</file>